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099C3-BB31-4420-80C2-9E86A32EAF71}" v="505" dt="2026-09-14T10:40:22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brahim Siddiqui" userId="b076dd9c960dca71" providerId="LiveId" clId="{7B60D5AE-3A0B-40C5-A1DB-5C13487A1444}"/>
    <pc:docChg chg="undo custSel addSld modSld modMainMaster">
      <pc:chgData name="Muhammad Ibrahim Siddiqui" userId="b076dd9c960dca71" providerId="LiveId" clId="{7B60D5AE-3A0B-40C5-A1DB-5C13487A1444}" dt="2026-09-14T10:40:22.346" v="933"/>
      <pc:docMkLst>
        <pc:docMk/>
      </pc:docMkLst>
      <pc:sldChg chg="addSp delSp modSp mod setBg modAnim delDesignElem chgLayout">
        <pc:chgData name="Muhammad Ibrahim Siddiqui" userId="b076dd9c960dca71" providerId="LiveId" clId="{7B60D5AE-3A0B-40C5-A1DB-5C13487A1444}" dt="2026-09-14T10:35:52.115" v="868"/>
        <pc:sldMkLst>
          <pc:docMk/>
          <pc:sldMk cId="3716663117" sldId="256"/>
        </pc:sldMkLst>
        <pc:spChg chg="del mod ord">
          <ac:chgData name="Muhammad Ibrahim Siddiqui" userId="b076dd9c960dca71" providerId="LiveId" clId="{7B60D5AE-3A0B-40C5-A1DB-5C13487A1444}" dt="2026-09-14T09:45:52.730" v="478" actId="700"/>
          <ac:spMkLst>
            <pc:docMk/>
            <pc:sldMk cId="3716663117" sldId="256"/>
            <ac:spMk id="2" creationId="{06862C15-E634-2CD7-1AF1-0F4B14EF6A9A}"/>
          </ac:spMkLst>
        </pc:spChg>
        <pc:spChg chg="del mod">
          <ac:chgData name="Muhammad Ibrahim Siddiqui" userId="b076dd9c960dca71" providerId="LiveId" clId="{7B60D5AE-3A0B-40C5-A1DB-5C13487A1444}" dt="2026-09-14T09:45:52.730" v="478" actId="700"/>
          <ac:spMkLst>
            <pc:docMk/>
            <pc:sldMk cId="3716663117" sldId="256"/>
            <ac:spMk id="3" creationId="{BEE2FBB6-04B3-6A59-A901-AB98FA545387}"/>
          </ac:spMkLst>
        </pc:spChg>
        <pc:spChg chg="add mod ord">
          <ac:chgData name="Muhammad Ibrahim Siddiqui" userId="b076dd9c960dca71" providerId="LiveId" clId="{7B60D5AE-3A0B-40C5-A1DB-5C13487A1444}" dt="2026-09-14T09:50:37.530" v="702" actId="1076"/>
          <ac:spMkLst>
            <pc:docMk/>
            <pc:sldMk cId="3716663117" sldId="256"/>
            <ac:spMk id="4" creationId="{D54E8A61-9B88-568F-13BE-4BE1ECEA6056}"/>
          </ac:spMkLst>
        </pc:spChg>
        <pc:spChg chg="add mod ord">
          <ac:chgData name="Muhammad Ibrahim Siddiqui" userId="b076dd9c960dca71" providerId="LiveId" clId="{7B60D5AE-3A0B-40C5-A1DB-5C13487A1444}" dt="2026-09-14T10:34:46.286" v="864" actId="313"/>
          <ac:spMkLst>
            <pc:docMk/>
            <pc:sldMk cId="3716663117" sldId="256"/>
            <ac:spMk id="5" creationId="{8EC0433F-79C0-CD5B-CF4C-283BCB602195}"/>
          </ac:spMkLst>
        </pc:spChg>
        <pc:spChg chg="add del">
          <ac:chgData name="Muhammad Ibrahim Siddiqui" userId="b076dd9c960dca71" providerId="LiveId" clId="{7B60D5AE-3A0B-40C5-A1DB-5C13487A1444}" dt="2026-09-14T09:45:52.730" v="478" actId="700"/>
          <ac:spMkLst>
            <pc:docMk/>
            <pc:sldMk cId="3716663117" sldId="256"/>
            <ac:spMk id="8" creationId="{E6A222EB-A81E-4238-B08D-AAB1828C8E0B}"/>
          </ac:spMkLst>
        </pc:spChg>
        <pc:spChg chg="add del">
          <ac:chgData name="Muhammad Ibrahim Siddiqui" userId="b076dd9c960dca71" providerId="LiveId" clId="{7B60D5AE-3A0B-40C5-A1DB-5C13487A1444}" dt="2026-09-14T09:45:52.730" v="478" actId="700"/>
          <ac:spMkLst>
            <pc:docMk/>
            <pc:sldMk cId="3716663117" sldId="256"/>
            <ac:spMk id="10" creationId="{E014676C-074B-475A-8346-9C901C86CB97}"/>
          </ac:spMkLst>
        </pc:spChg>
        <pc:cxnChg chg="add del">
          <ac:chgData name="Muhammad Ibrahim Siddiqui" userId="b076dd9c960dca71" providerId="LiveId" clId="{7B60D5AE-3A0B-40C5-A1DB-5C13487A1444}" dt="2026-09-14T09:45:52.730" v="478" actId="700"/>
          <ac:cxnSpMkLst>
            <pc:docMk/>
            <pc:sldMk cId="3716663117" sldId="256"/>
            <ac:cxnSpMk id="12" creationId="{179C4C8E-197B-4679-AE96-B5147F971C90}"/>
          </ac:cxnSpMkLst>
        </pc:cxnChg>
      </pc:sldChg>
      <pc:sldChg chg="addSp delSp modSp new mod setBg modClrScheme chgLayout">
        <pc:chgData name="Muhammad Ibrahim Siddiqui" userId="b076dd9c960dca71" providerId="LiveId" clId="{7B60D5AE-3A0B-40C5-A1DB-5C13487A1444}" dt="2026-09-14T09:48:03.221" v="562" actId="20577"/>
        <pc:sldMkLst>
          <pc:docMk/>
          <pc:sldMk cId="1752757226" sldId="257"/>
        </pc:sldMkLst>
        <pc:spChg chg="del mod ord">
          <ac:chgData name="Muhammad Ibrahim Siddiqui" userId="b076dd9c960dca71" providerId="LiveId" clId="{7B60D5AE-3A0B-40C5-A1DB-5C13487A1444}" dt="2026-09-14T09:45:57.859" v="479" actId="700"/>
          <ac:spMkLst>
            <pc:docMk/>
            <pc:sldMk cId="1752757226" sldId="257"/>
            <ac:spMk id="2" creationId="{B4FD0548-40D9-FE65-9ACF-9A555B9D2C17}"/>
          </ac:spMkLst>
        </pc:spChg>
        <pc:spChg chg="del">
          <ac:chgData name="Muhammad Ibrahim Siddiqui" userId="b076dd9c960dca71" providerId="LiveId" clId="{7B60D5AE-3A0B-40C5-A1DB-5C13487A1444}" dt="2026-09-14T09:45:57.859" v="479" actId="700"/>
          <ac:spMkLst>
            <pc:docMk/>
            <pc:sldMk cId="1752757226" sldId="257"/>
            <ac:spMk id="3" creationId="{80F0EF07-F0EE-681D-24F0-631F51F60F77}"/>
          </ac:spMkLst>
        </pc:spChg>
        <pc:spChg chg="add del mod ord">
          <ac:chgData name="Muhammad Ibrahim Siddiqui" userId="b076dd9c960dca71" providerId="LiveId" clId="{7B60D5AE-3A0B-40C5-A1DB-5C13487A1444}" dt="2026-09-14T09:46:01.662" v="480" actId="700"/>
          <ac:spMkLst>
            <pc:docMk/>
            <pc:sldMk cId="1752757226" sldId="257"/>
            <ac:spMk id="4" creationId="{F38DFCED-EBA1-BE4D-2A0F-B948E895E317}"/>
          </ac:spMkLst>
        </pc:spChg>
        <pc:spChg chg="add mod ord">
          <ac:chgData name="Muhammad Ibrahim Siddiqui" userId="b076dd9c960dca71" providerId="LiveId" clId="{7B60D5AE-3A0B-40C5-A1DB-5C13487A1444}" dt="2026-09-14T09:48:03.221" v="562" actId="20577"/>
          <ac:spMkLst>
            <pc:docMk/>
            <pc:sldMk cId="1752757226" sldId="257"/>
            <ac:spMk id="5" creationId="{7FE99326-7F63-7EE8-8592-92D79428AAAB}"/>
          </ac:spMkLst>
        </pc:spChg>
        <pc:spChg chg="add mod ord">
          <ac:chgData name="Muhammad Ibrahim Siddiqui" userId="b076dd9c960dca71" providerId="LiveId" clId="{7B60D5AE-3A0B-40C5-A1DB-5C13487A1444}" dt="2026-09-14T09:46:01.662" v="480" actId="700"/>
          <ac:spMkLst>
            <pc:docMk/>
            <pc:sldMk cId="1752757226" sldId="257"/>
            <ac:spMk id="6" creationId="{263909E0-5C6B-D347-57F7-DBE039BEDEA3}"/>
          </ac:spMkLst>
        </pc:spChg>
      </pc:sldChg>
      <pc:sldChg chg="addSp delSp modSp new mod modClrScheme modAnim chgLayout">
        <pc:chgData name="Muhammad Ibrahim Siddiqui" userId="b076dd9c960dca71" providerId="LiveId" clId="{7B60D5AE-3A0B-40C5-A1DB-5C13487A1444}" dt="2026-09-14T10:40:22.346" v="933"/>
        <pc:sldMkLst>
          <pc:docMk/>
          <pc:sldMk cId="2921036527" sldId="258"/>
        </pc:sldMkLst>
        <pc:spChg chg="del mod ord">
          <ac:chgData name="Muhammad Ibrahim Siddiqui" userId="b076dd9c960dca71" providerId="LiveId" clId="{7B60D5AE-3A0B-40C5-A1DB-5C13487A1444}" dt="2026-09-14T09:46:08.090" v="481" actId="700"/>
          <ac:spMkLst>
            <pc:docMk/>
            <pc:sldMk cId="2921036527" sldId="258"/>
            <ac:spMk id="2" creationId="{BCF1C238-A9D5-16B7-D4C9-D5EE14E6CC8A}"/>
          </ac:spMkLst>
        </pc:spChg>
        <pc:spChg chg="del mod ord">
          <ac:chgData name="Muhammad Ibrahim Siddiqui" userId="b076dd9c960dca71" providerId="LiveId" clId="{7B60D5AE-3A0B-40C5-A1DB-5C13487A1444}" dt="2026-09-14T09:46:08.090" v="481" actId="700"/>
          <ac:spMkLst>
            <pc:docMk/>
            <pc:sldMk cId="2921036527" sldId="258"/>
            <ac:spMk id="3" creationId="{A5EDDFE7-713E-044C-D02B-94D36410DEF9}"/>
          </ac:spMkLst>
        </pc:spChg>
        <pc:spChg chg="add mod ord">
          <ac:chgData name="Muhammad Ibrahim Siddiqui" userId="b076dd9c960dca71" providerId="LiveId" clId="{7B60D5AE-3A0B-40C5-A1DB-5C13487A1444}" dt="2026-09-14T10:15:26.989" v="809" actId="700"/>
          <ac:spMkLst>
            <pc:docMk/>
            <pc:sldMk cId="2921036527" sldId="258"/>
            <ac:spMk id="4" creationId="{1B686E59-E5E5-9E83-50C5-AC8F3EF905CB}"/>
          </ac:spMkLst>
        </pc:spChg>
        <pc:spChg chg="add mod ord">
          <ac:chgData name="Muhammad Ibrahim Siddiqui" userId="b076dd9c960dca71" providerId="LiveId" clId="{7B60D5AE-3A0B-40C5-A1DB-5C13487A1444}" dt="2026-09-14T10:39:51.393" v="906" actId="20577"/>
          <ac:spMkLst>
            <pc:docMk/>
            <pc:sldMk cId="2921036527" sldId="258"/>
            <ac:spMk id="5" creationId="{A10DCD9E-2D60-0253-FF8D-6BD6945E3B1D}"/>
          </ac:spMkLst>
        </pc:spChg>
        <pc:spChg chg="add mod ord">
          <ac:chgData name="Muhammad Ibrahim Siddiqui" userId="b076dd9c960dca71" providerId="LiveId" clId="{7B60D5AE-3A0B-40C5-A1DB-5C13487A1444}" dt="2026-09-14T10:40:08.749" v="931" actId="20577"/>
          <ac:spMkLst>
            <pc:docMk/>
            <pc:sldMk cId="2921036527" sldId="258"/>
            <ac:spMk id="6" creationId="{9CB127AC-6F76-E615-C612-88D48E5AAE53}"/>
          </ac:spMkLst>
        </pc:spChg>
      </pc:sldChg>
      <pc:sldChg chg="addSp delSp modSp new mod modClrScheme modAnim chgLayout">
        <pc:chgData name="Muhammad Ibrahim Siddiqui" userId="b076dd9c960dca71" providerId="LiveId" clId="{7B60D5AE-3A0B-40C5-A1DB-5C13487A1444}" dt="2026-09-14T10:39:00.489" v="872"/>
        <pc:sldMkLst>
          <pc:docMk/>
          <pc:sldMk cId="3717410360" sldId="259"/>
        </pc:sldMkLst>
        <pc:spChg chg="del mod ord">
          <ac:chgData name="Muhammad Ibrahim Siddiqui" userId="b076dd9c960dca71" providerId="LiveId" clId="{7B60D5AE-3A0B-40C5-A1DB-5C13487A1444}" dt="2026-09-14T09:46:13.209" v="482" actId="700"/>
          <ac:spMkLst>
            <pc:docMk/>
            <pc:sldMk cId="3717410360" sldId="259"/>
            <ac:spMk id="2" creationId="{2C837129-F833-D3C2-3B08-A2BBDB1F38A9}"/>
          </ac:spMkLst>
        </pc:spChg>
        <pc:spChg chg="del mod ord">
          <ac:chgData name="Muhammad Ibrahim Siddiqui" userId="b076dd9c960dca71" providerId="LiveId" clId="{7B60D5AE-3A0B-40C5-A1DB-5C13487A1444}" dt="2026-09-14T09:46:13.209" v="482" actId="700"/>
          <ac:spMkLst>
            <pc:docMk/>
            <pc:sldMk cId="3717410360" sldId="259"/>
            <ac:spMk id="3" creationId="{C9B2CC8A-5AE1-DD99-5639-D0C6BFDF02C7}"/>
          </ac:spMkLst>
        </pc:spChg>
        <pc:spChg chg="add mod ord">
          <ac:chgData name="Muhammad Ibrahim Siddiqui" userId="b076dd9c960dca71" providerId="LiveId" clId="{7B60D5AE-3A0B-40C5-A1DB-5C13487A1444}" dt="2026-09-14T09:50:23.686" v="683" actId="20577"/>
          <ac:spMkLst>
            <pc:docMk/>
            <pc:sldMk cId="3717410360" sldId="259"/>
            <ac:spMk id="4" creationId="{FFDE65F5-C91D-C1ED-1958-89EA5A99D557}"/>
          </ac:spMkLst>
        </pc:spChg>
        <pc:spChg chg="add mod ord">
          <ac:chgData name="Muhammad Ibrahim Siddiqui" userId="b076dd9c960dca71" providerId="LiveId" clId="{7B60D5AE-3A0B-40C5-A1DB-5C13487A1444}" dt="2026-09-14T09:52:59.624" v="716" actId="20577"/>
          <ac:spMkLst>
            <pc:docMk/>
            <pc:sldMk cId="3717410360" sldId="259"/>
            <ac:spMk id="5" creationId="{B89628D0-A8DD-F0E9-47CF-FDC5C9185C5A}"/>
          </ac:spMkLst>
        </pc:spChg>
        <pc:spChg chg="add del mod ord">
          <ac:chgData name="Muhammad Ibrahim Siddiqui" userId="b076dd9c960dca71" providerId="LiveId" clId="{7B60D5AE-3A0B-40C5-A1DB-5C13487A1444}" dt="2026-09-14T10:38:11.790" v="870" actId="313"/>
          <ac:spMkLst>
            <pc:docMk/>
            <pc:sldMk cId="3717410360" sldId="259"/>
            <ac:spMk id="6" creationId="{441D6868-136B-584E-5153-3CFF861AAE30}"/>
          </ac:spMkLst>
        </pc:spChg>
        <pc:spChg chg="add mod ord">
          <ac:chgData name="Muhammad Ibrahim Siddiqui" userId="b076dd9c960dca71" providerId="LiveId" clId="{7B60D5AE-3A0B-40C5-A1DB-5C13487A1444}" dt="2026-09-14T09:53:02.319" v="723" actId="20577"/>
          <ac:spMkLst>
            <pc:docMk/>
            <pc:sldMk cId="3717410360" sldId="259"/>
            <ac:spMk id="7" creationId="{AEF095D1-6FF1-3670-F1DE-49B7FF3CFDA7}"/>
          </ac:spMkLst>
        </pc:spChg>
        <pc:spChg chg="add del mod ord">
          <ac:chgData name="Muhammad Ibrahim Siddiqui" userId="b076dd9c960dca71" providerId="LiveId" clId="{7B60D5AE-3A0B-40C5-A1DB-5C13487A1444}" dt="2026-09-14T10:06:38.518" v="790" actId="20577"/>
          <ac:spMkLst>
            <pc:docMk/>
            <pc:sldMk cId="3717410360" sldId="259"/>
            <ac:spMk id="8" creationId="{1704189A-D2F0-1D01-5CAD-9583DCB1D07E}"/>
          </ac:spMkLst>
        </pc:spChg>
        <pc:graphicFrameChg chg="add mod">
          <ac:chgData name="Muhammad Ibrahim Siddiqui" userId="b076dd9c960dca71" providerId="LiveId" clId="{7B60D5AE-3A0B-40C5-A1DB-5C13487A1444}" dt="2026-09-14T09:52:53.609" v="706"/>
          <ac:graphicFrameMkLst>
            <pc:docMk/>
            <pc:sldMk cId="3717410360" sldId="259"/>
            <ac:graphicFrameMk id="9" creationId="{1FDDC3EE-4966-3510-9132-935BAD8CB0D7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3.609" v="706"/>
          <ac:graphicFrameMkLst>
            <pc:docMk/>
            <pc:sldMk cId="3717410360" sldId="259"/>
            <ac:graphicFrameMk id="10" creationId="{511E05A8-8D29-A0C2-4130-0092698025C3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1.512" v="705"/>
          <ac:graphicFrameMkLst>
            <pc:docMk/>
            <pc:sldMk cId="3717410360" sldId="259"/>
            <ac:graphicFrameMk id="11" creationId="{4C54E8E0-B49B-BE7E-C2E8-7D82A46F3073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1.512" v="705"/>
          <ac:graphicFrameMkLst>
            <pc:docMk/>
            <pc:sldMk cId="3717410360" sldId="259"/>
            <ac:graphicFrameMk id="12" creationId="{B7E1E0A3-7814-D2C9-268C-FF2CC23B55B4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1.512" v="705"/>
          <ac:graphicFrameMkLst>
            <pc:docMk/>
            <pc:sldMk cId="3717410360" sldId="259"/>
            <ac:graphicFrameMk id="13" creationId="{E8200F52-AED5-FEAF-B1FA-2D99CA701AE8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1.512" v="705"/>
          <ac:graphicFrameMkLst>
            <pc:docMk/>
            <pc:sldMk cId="3717410360" sldId="259"/>
            <ac:graphicFrameMk id="14" creationId="{8054243B-0C94-9BD6-3719-9257EE40E89E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1.512" v="705"/>
          <ac:graphicFrameMkLst>
            <pc:docMk/>
            <pc:sldMk cId="3717410360" sldId="259"/>
            <ac:graphicFrameMk id="15" creationId="{2B0DADEE-F7B4-218D-8AF5-42C170AEB24B}"/>
          </ac:graphicFrameMkLst>
        </pc:graphicFrameChg>
        <pc:graphicFrameChg chg="add mod">
          <ac:chgData name="Muhammad Ibrahim Siddiqui" userId="b076dd9c960dca71" providerId="LiveId" clId="{7B60D5AE-3A0B-40C5-A1DB-5C13487A1444}" dt="2026-09-14T09:52:51.512" v="705"/>
          <ac:graphicFrameMkLst>
            <pc:docMk/>
            <pc:sldMk cId="3717410360" sldId="259"/>
            <ac:graphicFrameMk id="16" creationId="{2C1FF234-5690-F3E1-0C7E-7E917674499B}"/>
          </ac:graphicFrameMkLst>
        </pc:graphicFrameChg>
      </pc:sldChg>
      <pc:sldMasterChg chg="delSp modSp mod setBg modSldLayout">
        <pc:chgData name="Muhammad Ibrahim Siddiqui" userId="b076dd9c960dca71" providerId="LiveId" clId="{7B60D5AE-3A0B-40C5-A1DB-5C13487A1444}" dt="2026-09-14T10:29:50.065" v="831" actId="1076"/>
        <pc:sldMasterMkLst>
          <pc:docMk/>
          <pc:sldMasterMk cId="1649323953" sldId="2147483706"/>
        </pc:sldMasterMkLst>
        <pc:spChg chg="mod">
          <ac:chgData name="Muhammad Ibrahim Siddiqui" userId="b076dd9c960dca71" providerId="LiveId" clId="{7B60D5AE-3A0B-40C5-A1DB-5C13487A1444}" dt="2026-09-14T10:12:35.773" v="800" actId="255"/>
          <ac:spMkLst>
            <pc:docMk/>
            <pc:sldMasterMk cId="1649323953" sldId="2147483706"/>
            <ac:spMk id="2" creationId="{00000000-0000-0000-0000-000000000000}"/>
          </ac:spMkLst>
        </pc:spChg>
        <pc:spChg chg="mod">
          <ac:chgData name="Muhammad Ibrahim Siddiqui" userId="b076dd9c960dca71" providerId="LiveId" clId="{7B60D5AE-3A0B-40C5-A1DB-5C13487A1444}" dt="2026-09-14T10:29:46.610" v="830" actId="1076"/>
          <ac:spMkLst>
            <pc:docMk/>
            <pc:sldMasterMk cId="1649323953" sldId="2147483706"/>
            <ac:spMk id="4" creationId="{00000000-0000-0000-0000-000000000000}"/>
          </ac:spMkLst>
        </pc:spChg>
        <pc:spChg chg="mod">
          <ac:chgData name="Muhammad Ibrahim Siddiqui" userId="b076dd9c960dca71" providerId="LiveId" clId="{7B60D5AE-3A0B-40C5-A1DB-5C13487A1444}" dt="2026-09-14T10:29:50.065" v="831" actId="1076"/>
          <ac:spMkLst>
            <pc:docMk/>
            <pc:sldMasterMk cId="1649323953" sldId="2147483706"/>
            <ac:spMk id="5" creationId="{00000000-0000-0000-0000-000000000000}"/>
          </ac:spMkLst>
        </pc:spChg>
        <pc:spChg chg="del mod">
          <ac:chgData name="Muhammad Ibrahim Siddiqui" userId="b076dd9c960dca71" providerId="LiveId" clId="{7B60D5AE-3A0B-40C5-A1DB-5C13487A1444}" dt="2026-09-14T10:29:32.331" v="826" actId="478"/>
          <ac:spMkLst>
            <pc:docMk/>
            <pc:sldMasterMk cId="1649323953" sldId="2147483706"/>
            <ac:spMk id="16" creationId="{00000000-0000-0000-0000-000000000000}"/>
          </ac:spMkLst>
        </pc:spChg>
        <pc:sldLayoutChg chg="modSp mod 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763956350" sldId="2147483707"/>
          </pc:sldLayoutMkLst>
          <pc:spChg chg="mod">
            <ac:chgData name="Muhammad Ibrahim Siddiqui" userId="b076dd9c960dca71" providerId="LiveId" clId="{7B60D5AE-3A0B-40C5-A1DB-5C13487A1444}" dt="2026-09-14T10:01:54.624" v="766" actId="255"/>
            <ac:spMkLst>
              <pc:docMk/>
              <pc:sldMasterMk cId="1649323953" sldId="2147483706"/>
              <pc:sldLayoutMk cId="1763956350" sldId="2147483707"/>
              <ac:spMk id="2" creationId="{00000000-0000-0000-0000-000000000000}"/>
            </ac:spMkLst>
          </pc:spChg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741310264" sldId="2147483708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853393349" sldId="2147483709"/>
          </pc:sldLayoutMkLst>
        </pc:sldLayoutChg>
        <pc:sldLayoutChg chg="modSp mod 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2640215147" sldId="2147483710"/>
          </pc:sldLayoutMkLst>
          <pc:spChg chg="mod">
            <ac:chgData name="Muhammad Ibrahim Siddiqui" userId="b076dd9c960dca71" providerId="LiveId" clId="{7B60D5AE-3A0B-40C5-A1DB-5C13487A1444}" dt="2026-09-14T10:14:32.141" v="808" actId="14100"/>
            <ac:spMkLst>
              <pc:docMk/>
              <pc:sldMasterMk cId="1649323953" sldId="2147483706"/>
              <pc:sldLayoutMk cId="2640215147" sldId="2147483710"/>
              <ac:spMk id="2" creationId="{00000000-0000-0000-0000-000000000000}"/>
            </ac:spMkLst>
          </pc:spChg>
          <pc:spChg chg="mod">
            <ac:chgData name="Muhammad Ibrahim Siddiqui" userId="b076dd9c960dca71" providerId="LiveId" clId="{7B60D5AE-3A0B-40C5-A1DB-5C13487A1444}" dt="2026-09-14T10:11:19.896" v="794" actId="14100"/>
            <ac:spMkLst>
              <pc:docMk/>
              <pc:sldMasterMk cId="1649323953" sldId="2147483706"/>
              <pc:sldLayoutMk cId="2640215147" sldId="2147483710"/>
              <ac:spMk id="3" creationId="{00000000-0000-0000-0000-000000000000}"/>
            </ac:spMkLst>
          </pc:spChg>
          <pc:spChg chg="mod">
            <ac:chgData name="Muhammad Ibrahim Siddiqui" userId="b076dd9c960dca71" providerId="LiveId" clId="{7B60D5AE-3A0B-40C5-A1DB-5C13487A1444}" dt="2026-09-14T10:11:23.374" v="795" actId="14100"/>
            <ac:spMkLst>
              <pc:docMk/>
              <pc:sldMasterMk cId="1649323953" sldId="2147483706"/>
              <pc:sldLayoutMk cId="2640215147" sldId="2147483710"/>
              <ac:spMk id="4" creationId="{00000000-0000-0000-0000-000000000000}"/>
            </ac:spMkLst>
          </pc:spChg>
        </pc:sldLayoutChg>
        <pc:sldLayoutChg chg="modSp mod 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4213210685" sldId="2147483711"/>
          </pc:sldLayoutMkLst>
          <pc:spChg chg="mod">
            <ac:chgData name="Muhammad Ibrahim Siddiqui" userId="b076dd9c960dca71" providerId="LiveId" clId="{7B60D5AE-3A0B-40C5-A1DB-5C13487A1444}" dt="2026-09-14T10:13:34.407" v="804" actId="1076"/>
            <ac:spMkLst>
              <pc:docMk/>
              <pc:sldMasterMk cId="1649323953" sldId="2147483706"/>
              <pc:sldLayoutMk cId="4213210685" sldId="2147483711"/>
              <ac:spMk id="3" creationId="{00000000-0000-0000-0000-000000000000}"/>
            </ac:spMkLst>
          </pc:spChg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2908706545" sldId="2147483712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928837623" sldId="2147483713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2274740077" sldId="2147483714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2723484156" sldId="2147483715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669834142" sldId="2147483716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4032927943" sldId="2147483717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315691682" sldId="2147483718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517834387" sldId="2147483719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2056161117" sldId="2147483720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754019221" sldId="2147483721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2547110157" sldId="2147483722"/>
          </pc:sldLayoutMkLst>
        </pc:sldLayoutChg>
        <pc:sldLayoutChg chg="setBg">
          <pc:chgData name="Muhammad Ibrahim Siddiqui" userId="b076dd9c960dca71" providerId="LiveId" clId="{7B60D5AE-3A0B-40C5-A1DB-5C13487A1444}" dt="2026-09-14T10:21:40.586" v="822"/>
          <pc:sldLayoutMkLst>
            <pc:docMk/>
            <pc:sldMasterMk cId="1649323953" sldId="2147483706"/>
            <pc:sldLayoutMk cId="127086878" sldId="214748372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EF237-0826-403E-8246-2DF5ACF8F3E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083F7-64E9-4AD1-814A-7314E842B2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34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75CF-F3FA-45EF-A4B0-9B11B41EDDC0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95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CC55-4374-4C22-8E36-855195612913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1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3680-3CF3-48FF-AB71-1D08969CB744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39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727" y="295728"/>
            <a:ext cx="9471255" cy="1348345"/>
          </a:xfrm>
        </p:spPr>
        <p:txBody>
          <a:bodyPr/>
          <a:lstStyle>
            <a:lvl1pPr>
              <a:defRPr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46" y="2060575"/>
            <a:ext cx="5361106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698047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848DF-93E6-445B-89B8-EC43706C99B6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21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93395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678B-C639-4E71-BE6F-024F4729902A}" type="datetime1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21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8837-697E-4E6F-83AA-3B0AA59838D6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70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894A-5D9C-4991-B6D4-FFC9DBAA0E36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3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57FC-B404-48E6-AF29-7CCF5BCBB7CD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74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F31A-D39A-43B2-B8EF-4AA1009B3C4C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48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7C37-42B5-4FAD-BD13-57096A0A8D08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83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18EFD-21FC-4177-8A9A-134881C86FC2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927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41A6-D922-4597-8A8B-030C16AA9F80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5691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1AD9C-25A8-441F-BD08-F215B6397BDD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834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8E894-786C-4E06-A60E-FCF24423FF50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161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4E0D-C974-4921-B1DD-3C9C2709435C}" type="datetime1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019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A3312-83D6-401A-A434-72466D96CD5C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110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A99B1-5B99-45C6-979B-EAC2A85EEC38}" type="datetime1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8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2514" y="6400800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6C2595-6E67-4268-9E5C-16D429281AE9}" type="datetime1">
              <a:rPr lang="en-GB" smtClean="0"/>
              <a:t>14/09/2026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2847" y="6409870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GB" dirty="0"/>
              <a:t>ICT Lab - 2025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80B48-63D3-40B0-AE44-DB19BC470EE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323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4E8A61-9B88-568F-13BE-4BE1ECEA6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799"/>
            <a:ext cx="8825658" cy="3329581"/>
          </a:xfrm>
        </p:spPr>
        <p:txBody>
          <a:bodyPr/>
          <a:lstStyle/>
          <a:p>
            <a:r>
              <a:rPr lang="en-US" dirty="0"/>
              <a:t>Commercial Planes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EC0433F-79C0-CD5B-CF4C-283BCB6021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Muhammad Ibrahim Siddiqui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E34414-837E-DD3E-D795-555D4F1F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87AB4-5FB5-4854-4E50-4F515637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66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E99326-7F63-7EE8-8592-92D79428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Boeing and Airbus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909E0-5C6B-D347-57F7-DBE039BED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3A49BC-1218-7736-057B-19BEE6B7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ICT Lab - 2025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51FAC9-2ABB-6A70-FA2E-615EAA74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75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86E59-E5E5-9E83-50C5-AC8F3EF9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Long-Haul Body Aircrafts 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0DCD9E-2D60-0253-FF8D-6BD6945E3B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Boeing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Founded in the USA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127AC-6F76-E615-C612-88D48E5AAE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Airbu</a:t>
            </a:r>
            <a:r>
              <a:rPr lang="en-GB" dirty="0"/>
              <a:t>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Founded in the EU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188440-DCE9-478F-0384-312B7ED7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A25910-9DA8-EA5B-66D7-F2AA9111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03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5F5-C91D-C1ED-1958-89EA5A99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Airbus Vs Boeing 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628D0-A8DD-F0E9-47CF-FDC5C9185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Airbus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D6868-136B-584E-5153-3CFF861AAE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It utilizes Yoke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F095D1-6FF1-3670-F1DE-49B7FF3CF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Boeing 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04189A-D2F0-1D01-5CAD-9583DCB1D07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Uses Fly By Wire</a:t>
            </a:r>
            <a:endParaRPr lang="en-GB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94B70DE-E30B-A7AE-34B2-B6473248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 Lab - 2025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29D25D4-FB10-C0E4-6D92-CDAE0D51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80B48-63D3-40B0-AE44-DB19BC470E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41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59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Century Gothic</vt:lpstr>
      <vt:lpstr>Wingdings 3</vt:lpstr>
      <vt:lpstr>Ion</vt:lpstr>
      <vt:lpstr>Commercial Planes</vt:lpstr>
      <vt:lpstr>Boeing and Airbus</vt:lpstr>
      <vt:lpstr>Different Types Of Long-Haul Body Aircrafts </vt:lpstr>
      <vt:lpstr>Airbus Vs Boeing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Ibrahim Siddiqui</dc:creator>
  <cp:lastModifiedBy>Muhammad Ibrahim Siddiqui</cp:lastModifiedBy>
  <cp:revision>1</cp:revision>
  <dcterms:created xsi:type="dcterms:W3CDTF">2026-09-14T09:01:19Z</dcterms:created>
  <dcterms:modified xsi:type="dcterms:W3CDTF">2026-09-14T10:40:24Z</dcterms:modified>
</cp:coreProperties>
</file>